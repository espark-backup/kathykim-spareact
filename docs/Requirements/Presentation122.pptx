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5BEE5-8090-CB8A-3E43-423EC80F7D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90F5F-CF5B-61BA-B855-C39E7369B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A174E-2A60-AC53-665C-3CFEF3FB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F2A8-4B54-4AA2-A0D3-12541EEB2D1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B335D-9109-BFEE-E9F6-CC25E6D9F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48AB4-2662-7F0D-8A09-436811A8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5B58-E38C-433C-B19E-7AE946FD7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7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D3645-247B-B8F8-AA0F-E281DB920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D4151-4F2B-EB16-AE2F-EEFBCCC38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B8C69-5496-6E2B-1024-CCFC2C373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F2A8-4B54-4AA2-A0D3-12541EEB2D1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89DE8-14B1-F97B-FC8D-76DFCF9C3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BBBA0-7628-24E2-534B-E754A25F9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5B58-E38C-433C-B19E-7AE946FD7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5761-5C1E-8A1B-6D0C-F9913C92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F970E-36D0-A38C-8D46-CFD9B5E3E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03D98-B3B9-7E87-9890-1A21D0F61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F2A8-4B54-4AA2-A0D3-12541EEB2D1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5B9C0-07F0-F74B-F3B2-CDF603215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52666-FD87-3996-132D-422EE0025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5B58-E38C-433C-B19E-7AE946FD7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05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7F8E8-2BA2-91C7-CE6B-AD460C25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B7E48-C4ED-2D1C-6439-EBFDC535F6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4A6489-D7A0-60D6-D457-B4DB2BA94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45060-659A-458E-5409-EC2AD930C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F2A8-4B54-4AA2-A0D3-12541EEB2D1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26CF3-E5D8-7E8F-7258-06009FEA6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01821-0364-9ECD-4764-AD0D5455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5B58-E38C-433C-B19E-7AE946FD7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3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AD39F-48B5-9F0A-F725-E69C93A0A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8DDD7-5F41-23C5-657C-C4A154D2F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2F5B5-FF63-7D3E-90E7-539A8742E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10248F-851D-2DD6-5F01-B8CAC32C37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0DCF2-FC75-7679-9E1B-2B3CEE571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9E2C5C-7585-BDD7-2650-7893B0D28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F2A8-4B54-4AA2-A0D3-12541EEB2D1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10B273-234F-CABF-4552-4BD1ABB15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43853F-9493-767C-907B-FD4E45B48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5B58-E38C-433C-B19E-7AE946FD7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6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A1537-FFA5-53DC-248E-7628A317B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2CF567-53D4-93BF-63B3-F46CF8CE6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F2A8-4B54-4AA2-A0D3-12541EEB2D1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33D02-D9D2-CFE7-1A85-90C88E070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72AF0-1C66-9D17-888F-84732C40F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5B58-E38C-433C-B19E-7AE946FD7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91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E5C9D-F102-D695-D77D-FF187165A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F2A8-4B54-4AA2-A0D3-12541EEB2D1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FCEFE5-3647-3E0D-E68E-88BC0086A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D68D7-DF35-CE1F-B8A1-0C205BCC7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5B58-E38C-433C-B19E-7AE946FD7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24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774F5-AB91-3705-4CAC-486420A76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0FC22-225B-5B4C-57AE-8D81D519A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4C7C21-92AD-F4F7-8054-3FC405E3C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061BB-7822-38EF-5BBB-75716A727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F2A8-4B54-4AA2-A0D3-12541EEB2D1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2D79F-1347-9055-666B-9CA43506B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14C25-A598-EC77-446E-B9B925EB6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5B58-E38C-433C-B19E-7AE946FD7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59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ACF58-29EA-AD72-BFEC-C0FEF089F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23A412-5273-A123-589C-1EEBE8381E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3F999-261C-B064-C6DE-2ACE8283D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220D6-2B6B-CA6A-DD37-008274377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F2A8-4B54-4AA2-A0D3-12541EEB2D1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D8A658-9D6C-761A-B31C-6907D7D0A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1D70A-4CFD-9F94-F1F1-35689A90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5B58-E38C-433C-B19E-7AE946FD7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561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1BDBA-B2A2-C453-B3B6-1DC822413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27A867-10AB-539D-E4F0-84F2A3D96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1D650-E64E-8302-011E-1E74A9F29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F2A8-4B54-4AA2-A0D3-12541EEB2D1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72DB6-8639-B7F1-9DAD-E6D00BB4F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2609D-4BBD-499B-C8D5-D703393A9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5B58-E38C-433C-B19E-7AE946FD7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450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5963E-BD38-2A70-3690-A2F7CE5E7E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EE7CB1-E8D2-4DEE-8E00-8009DABFC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DF795-309F-86C1-BEAD-DF923C343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F2A8-4B54-4AA2-A0D3-12541EEB2D1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B7F0E-BE28-779A-664B-7410A2270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8C57C-4153-237D-980C-385A5A7CD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D5B58-E38C-433C-B19E-7AE946FD7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35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EB5E84-FF62-0EEB-3685-99B80BDDC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043C-F762-516C-0283-3E8E75EC9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C4562-5FE1-3F2D-4747-C8AFADF03D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88F2A8-4B54-4AA2-A0D3-12541EEB2D1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21B1C-9CFE-5740-5152-D93213524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8B31-18E8-0635-4BBA-F32CCD63D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BD5B58-E38C-433C-B19E-7AE946FD7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13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376BC7-FB4E-A665-7094-626EE9BEC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15D689-A16F-A8A8-94EC-3F21CA6008F1}"/>
              </a:ext>
            </a:extLst>
          </p:cNvPr>
          <p:cNvSpPr/>
          <p:nvPr/>
        </p:nvSpPr>
        <p:spPr>
          <a:xfrm>
            <a:off x="4479636" y="1440873"/>
            <a:ext cx="4784437" cy="5818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List Page - Search</a:t>
            </a:r>
          </a:p>
        </p:txBody>
      </p:sp>
    </p:spTree>
    <p:extLst>
      <p:ext uri="{BB962C8B-B14F-4D97-AF65-F5344CB8AC3E}">
        <p14:creationId xmlns:p14="http://schemas.microsoft.com/office/powerpoint/2010/main" val="1104010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633EB06-687C-C315-D567-6A8A0B010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0738ADF-B39D-6793-49C3-C4F690B27DB6}"/>
              </a:ext>
            </a:extLst>
          </p:cNvPr>
          <p:cNvSpPr/>
          <p:nvPr/>
        </p:nvSpPr>
        <p:spPr>
          <a:xfrm>
            <a:off x="4479636" y="1440873"/>
            <a:ext cx="4784437" cy="5818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List Page – data</a:t>
            </a:r>
          </a:p>
          <a:p>
            <a:pPr algn="ctr"/>
            <a:r>
              <a:rPr lang="en-US" dirty="0"/>
              <a:t>Bellow down show paging bar</a:t>
            </a:r>
          </a:p>
        </p:txBody>
      </p:sp>
    </p:spTree>
    <p:extLst>
      <p:ext uri="{BB962C8B-B14F-4D97-AF65-F5344CB8AC3E}">
        <p14:creationId xmlns:p14="http://schemas.microsoft.com/office/powerpoint/2010/main" val="1740575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633EB06-687C-C315-D567-6A8A0B010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38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D97DD-AD25-5FDD-F203-4E89F797C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E9C85-A696-9CE0-36DE-8D7B4DF1D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4A895B-2676-EF8A-2A83-21FA1742C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107A86-C829-D99C-2CA9-5536F5ABB295}"/>
              </a:ext>
            </a:extLst>
          </p:cNvPr>
          <p:cNvSpPr/>
          <p:nvPr/>
        </p:nvSpPr>
        <p:spPr>
          <a:xfrm>
            <a:off x="3833091" y="1126836"/>
            <a:ext cx="4673600" cy="563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Row click.- right bar detail</a:t>
            </a:r>
          </a:p>
        </p:txBody>
      </p:sp>
    </p:spTree>
    <p:extLst>
      <p:ext uri="{BB962C8B-B14F-4D97-AF65-F5344CB8AC3E}">
        <p14:creationId xmlns:p14="http://schemas.microsoft.com/office/powerpoint/2010/main" val="1047934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9F824E-61D9-ABA5-8422-EE841C8C5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B1F1C02-A8E8-B78C-6D03-A5499D9EC165}"/>
              </a:ext>
            </a:extLst>
          </p:cNvPr>
          <p:cNvSpPr/>
          <p:nvPr/>
        </p:nvSpPr>
        <p:spPr>
          <a:xfrm>
            <a:off x="3833091" y="1126836"/>
            <a:ext cx="4673600" cy="563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Row click.- right bar detail</a:t>
            </a:r>
          </a:p>
        </p:txBody>
      </p:sp>
    </p:spTree>
    <p:extLst>
      <p:ext uri="{BB962C8B-B14F-4D97-AF65-F5344CB8AC3E}">
        <p14:creationId xmlns:p14="http://schemas.microsoft.com/office/powerpoint/2010/main" val="1933311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B1F1C02-A8E8-B78C-6D03-A5499D9EC165}"/>
              </a:ext>
            </a:extLst>
          </p:cNvPr>
          <p:cNvSpPr/>
          <p:nvPr/>
        </p:nvSpPr>
        <p:spPr>
          <a:xfrm>
            <a:off x="3833091" y="1126836"/>
            <a:ext cx="4673600" cy="563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Row click.- right bar detail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CBAD5C-734A-0628-D98A-FE6BF2C4B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58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B1F1C02-A8E8-B78C-6D03-A5499D9EC165}"/>
              </a:ext>
            </a:extLst>
          </p:cNvPr>
          <p:cNvSpPr/>
          <p:nvPr/>
        </p:nvSpPr>
        <p:spPr>
          <a:xfrm>
            <a:off x="3833091" y="1126836"/>
            <a:ext cx="4673600" cy="563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Row click.- right bar detail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CBAD5C-734A-0628-D98A-FE6BF2C4B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2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5A084-0ABF-4EA1-95F6-8433ACA0E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F760B-1C83-0848-C672-AC4ED0D52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23222-BA01-CD4D-A3AF-7539B5459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08475AF-77A5-3D5A-8FF6-F1C047D3161D}"/>
              </a:ext>
            </a:extLst>
          </p:cNvPr>
          <p:cNvSpPr/>
          <p:nvPr/>
        </p:nvSpPr>
        <p:spPr>
          <a:xfrm>
            <a:off x="2662659" y="1109229"/>
            <a:ext cx="4673600" cy="563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right-bar – explore other channels click </a:t>
            </a:r>
          </a:p>
          <a:p>
            <a:pPr algn="ctr"/>
            <a:r>
              <a:rPr lang="en-US" dirty="0"/>
              <a:t>Showing right bar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A5E603-C612-0D73-164C-793430B5D122}"/>
              </a:ext>
            </a:extLst>
          </p:cNvPr>
          <p:cNvSpPr/>
          <p:nvPr/>
        </p:nvSpPr>
        <p:spPr>
          <a:xfrm>
            <a:off x="7808976" y="950976"/>
            <a:ext cx="1792224" cy="53035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69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</Words>
  <Application>Microsoft Office PowerPoint</Application>
  <PresentationFormat>Widescreen</PresentationFormat>
  <Paragraphs>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Joon Choi</dc:creator>
  <cp:lastModifiedBy>Joon Choi</cp:lastModifiedBy>
  <cp:revision>1</cp:revision>
  <dcterms:created xsi:type="dcterms:W3CDTF">2024-04-15T17:59:16Z</dcterms:created>
  <dcterms:modified xsi:type="dcterms:W3CDTF">2024-04-15T18:04:15Z</dcterms:modified>
</cp:coreProperties>
</file>